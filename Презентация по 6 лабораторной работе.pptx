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3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E5938-A785-48CA-9912-E27C3CA4CF1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B3B86-5000-4F25-A6C8-B5B788C3A4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5451C26-1A3A-4BA5-9602-91402266FB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7F5505E-E84A-4355-83EA-D292AB03AF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6D7DA1-B4FF-4FA6-87C7-9FEE74BF5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DD55D9F-0788-483B-82CA-693AD939D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92CCA8-6AC7-48EE-A151-D0DF77552C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7F8559F-FAEE-46ED-8953-B5E1C6AE91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CBD7C64-56AF-4B47-9C2C-F9F99E711B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51D081F-25C3-450E-B0E0-D20E62BDE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E681E40-D95E-4222-8DB6-BBA30490BD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995E0B8-AB9C-4DA6-BE6F-04AFDDD306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D17735D-FA58-4530-A455-C73200301A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9F2079C-DD60-40C0-8B5B-B480B0E1C6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9" name="Oval 8"/>
          <p:cNvSpPr/>
          <p:nvPr/>
        </p:nvSpPr>
        <p:spPr>
          <a:xfrm>
            <a:off x="6848475" y="5038949"/>
            <a:ext cx="600075" cy="6000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743449" y="5049837"/>
            <a:ext cx="600075" cy="600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5962" y="5038950"/>
            <a:ext cx="600075" cy="60007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-12700" y="6176962"/>
            <a:ext cx="12204700" cy="681037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12700" y="6176962"/>
            <a:ext cx="12204700" cy="6810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981325" y="1709738"/>
            <a:ext cx="600075" cy="6000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76299" y="1720626"/>
            <a:ext cx="600075" cy="600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928812" y="1709739"/>
            <a:ext cx="600075" cy="60007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>
          <a:xfrm>
            <a:off x="838200" y="64101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41014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4101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alt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2700" y="6176962"/>
            <a:ext cx="12204700" cy="6810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11" name="Oval 10"/>
          <p:cNvSpPr/>
          <p:nvPr/>
        </p:nvSpPr>
        <p:spPr>
          <a:xfrm>
            <a:off x="1438468" y="5977805"/>
            <a:ext cx="408526" cy="40852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3530" y="5977805"/>
            <a:ext cx="408526" cy="4085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70999" y="5977805"/>
            <a:ext cx="408526" cy="40852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6"/>
          <p:cNvSpPr>
            <a:spLocks noGrp="1" noEditPoints="1"/>
          </p:cNvSpPr>
          <p:nvPr>
            <p:ph type="dt" sz="half" idx="2"/>
          </p:nvPr>
        </p:nvSpPr>
        <p:spPr>
          <a:xfrm>
            <a:off x="838200" y="64101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6BA785E-6E67-4B64-B9BE-8B3417A9CC68}" type="datetimeFigureOut">
              <a:rPr lang="en-US" smtClean="0"/>
              <a:t/>
            </a:fld>
            <a:endParaRPr lang="en-US"/>
          </a:p>
        </p:txBody>
      </p:sp>
      <p:sp>
        <p:nvSpPr>
          <p:cNvPr id="16" name="Footer Placeholder 7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41014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17" name="Slide Number Placeholder 8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4101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BBF4351E-3AFC-49FF-AC85-ADC9489D25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541037" y="1820942"/>
            <a:ext cx="9109925" cy="1735847"/>
          </a:xfrm>
        </p:spPr>
        <p:txBody>
          <a:bodyPr/>
          <a:lstStyle/>
          <a:p>
            <a:r>
              <a:rPr lang="ru-RU" altLang="en-US"/>
              <a:t>Работа с кодом для игры "Пятнашки"</a:t>
            </a:r>
          </a:p>
          <a:p>
            <a:r>
              <a:rPr lang="ru-RU" altLang="en-US"/>
              <a:t>и репозиторием </a:t>
            </a:r>
            <a:r>
              <a:rPr lang="en-US" altLang="en-US"/>
              <a:t>GitHub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43881" y="4515235"/>
            <a:ext cx="5744818" cy="1527973"/>
          </a:xfrm>
        </p:spPr>
        <p:txBody>
          <a:bodyPr/>
          <a:lstStyle/>
          <a:p>
            <a:pPr algn="l"/>
            <a:r>
              <a:rPr lang="ru-RU" altLang="en-US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Выполнили</a:t>
            </a:r>
            <a:r>
              <a:rPr lang="en-US" altLang="en-US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:</a:t>
            </a:r>
          </a:p>
          <a:p>
            <a:pPr algn="l"/>
            <a:r>
              <a:rPr lang="ru-RU" altLang="en-US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Суханов Сергей</a:t>
            </a:r>
          </a:p>
          <a:p>
            <a:pPr algn="l"/>
            <a:r>
              <a:rPr lang="ru-RU" altLang="en-US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Петрова Сафина</a:t>
            </a:r>
          </a:p>
          <a:p>
            <a:pPr algn="l"/>
            <a:r>
              <a:rPr lang="ru-RU" altLang="en-US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Рябова Анжелика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Описание функции класса </a:t>
            </a:r>
            <a:r>
              <a:rPr lang="en-US"/>
              <a:t>P15 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Класс </a:t>
            </a:r>
            <a:r>
              <a:rPr lang="en-US"/>
              <a:t>P15</a:t>
            </a:r>
            <a:r>
              <a:rPr lang="ru-RU"/>
              <a:t>- реализует логику игры </a:t>
            </a:r>
            <a:r>
              <a:rPr lang="en-US"/>
              <a:t>"</a:t>
            </a:r>
            <a:r>
              <a:rPr lang="ru-RU"/>
              <a:t>Пятнашки</a:t>
            </a:r>
            <a:r>
              <a:rPr lang="en-US"/>
              <a:t>"</a:t>
            </a:r>
            <a:r>
              <a:rPr lang="ru-RU"/>
              <a:t> (головоломка </a:t>
            </a:r>
            <a:r>
              <a:rPr lang="en-US"/>
              <a:t>4x4</a:t>
            </a:r>
            <a:r>
              <a:rPr lang="ru-RU"/>
              <a:t> с числами от 1 до 15 и оной пустой клеткой).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0256" y="3715778"/>
            <a:ext cx="4471249" cy="9072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контента 6"/>
          <p:cNvSpPr>
            <a:spLocks noGrp="1" noEditPoints="1"/>
          </p:cNvSpPr>
          <p:nvPr>
            <p:ph sz="half" idx="2"/>
          </p:nvPr>
        </p:nvSpPr>
        <p:spPr>
          <a:xfrm>
            <a:off x="6538643" y="996467"/>
            <a:ext cx="5394581" cy="4351338"/>
          </a:xfrm>
        </p:spPr>
        <p:txBody>
          <a:bodyPr/>
          <a:lstStyle/>
          <a:p>
            <a:r>
              <a:rPr sz="1800"/>
              <a:t>initialize()</a:t>
            </a:r>
          </a:p>
          <a:p>
            <a:r>
              <a:rPr sz="1800"/>
              <a:t>Назначение: заполняет игровое поле числами от 1 до 15 в случайном порядке.</a:t>
            </a:r>
            <a:endParaRPr sz="1400"/>
          </a:p>
          <a:p>
            <a:endParaRPr sz="1400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351817" y="127338"/>
            <a:ext cx="8991600" cy="623010"/>
          </a:xfrm>
        </p:spPr>
        <p:txBody>
          <a:bodyPr/>
          <a:lstStyle/>
          <a:p>
            <a:r>
              <a:rPr lang="ru-RU"/>
              <a:t>Класс </a:t>
            </a:r>
            <a:r>
              <a:rPr lang="en-US"/>
              <a:t>P15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420871" y="996467"/>
            <a:ext cx="5836636" cy="4351338"/>
          </a:xfrm>
        </p:spPr>
        <p:txBody>
          <a:bodyPr/>
          <a:lstStyle/>
          <a:p>
            <a:r>
              <a:rPr sz="1800"/>
              <a:t>__init__()</a:t>
            </a:r>
          </a:p>
          <a:p>
            <a:r>
              <a:rPr sz="1800"/>
              <a:t>Назначение: конструктор класса, инициализирует основное состояние игры.</a:t>
            </a:r>
          </a:p>
          <a:p>
            <a:endParaRPr sz="180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1684" y="2225812"/>
            <a:ext cx="5104991" cy="3121993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23835" y="2225812"/>
            <a:ext cx="5185812" cy="31219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 flipV="1">
            <a:off x="838200" y="276492"/>
            <a:ext cx="0" cy="88633"/>
          </a:xfrm>
        </p:spPr>
        <p:txBody>
          <a:bodyPr/>
          <a:lstStyle/>
          <a:p>
            <a:r>
              <a:rPr lang="ru-RU">
                <a:solidFill>
                  <a:schemeClr val="bg1">
                    <a:lumMod val="95000"/>
                  </a:schemeClr>
                </a:solidFill>
              </a:rPr>
              <a:t>.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420756" y="505140"/>
            <a:ext cx="5428659" cy="4351338"/>
          </a:xfrm>
        </p:spPr>
        <p:txBody>
          <a:bodyPr/>
          <a:lstStyle/>
          <a:p>
            <a:r>
              <a:rPr sz="1800"/>
              <a:t>print_board()</a:t>
            </a:r>
            <a:endParaRPr lang="ru-RU" sz="1800"/>
          </a:p>
          <a:p>
            <a:r>
              <a:rPr sz="1800"/>
              <a:t>Назначение: выводит текущее состояние игрового поля на экран.</a:t>
            </a:r>
          </a:p>
          <a:p>
            <a:pPr marL="0" indent="0">
              <a:buNone/>
            </a:pPr>
            <a:endParaRPr sz="3600"/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310006" y="3143150"/>
            <a:ext cx="4559694" cy="4351338"/>
          </a:xfrm>
        </p:spPr>
        <p:txBody>
          <a:bodyPr/>
          <a:lstStyle/>
          <a:p>
            <a:r>
              <a:rPr sz="1800"/>
              <a:t>can_move(row, col)</a:t>
            </a:r>
          </a:p>
          <a:p>
            <a:r>
              <a:rPr sz="1800"/>
              <a:t>Назначение: проверяет, можно ли переместить плитку с координатами (row, col) в пустую ячейку.</a:t>
            </a:r>
          </a:p>
          <a:p>
            <a:pPr marL="0" indent="0">
              <a:buNone/>
            </a:pPr>
            <a:endParaRPr sz="180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70039" y="3659020"/>
            <a:ext cx="7149780" cy="924683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0869" y="276492"/>
            <a:ext cx="5650159" cy="23061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 flipV="1">
            <a:off x="838200" y="353165"/>
            <a:ext cx="70994" cy="11960"/>
          </a:xfrm>
        </p:spPr>
        <p:txBody>
          <a:bodyPr/>
          <a:lstStyle/>
          <a:p>
            <a:r>
              <a:rPr lang="ru-RU">
                <a:solidFill>
                  <a:schemeClr val="bg1">
                    <a:lumMod val="95000"/>
                  </a:schemeClr>
                </a:solidFill>
              </a:rPr>
              <a:t>.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384751" y="811834"/>
            <a:ext cx="5181600" cy="4351338"/>
          </a:xfrm>
        </p:spPr>
        <p:txBody>
          <a:bodyPr/>
          <a:lstStyle/>
          <a:p>
            <a:r>
              <a:rPr sz="1800"/>
              <a:t>move(row, col)</a:t>
            </a:r>
          </a:p>
          <a:p>
            <a:r>
              <a:rPr sz="1800"/>
              <a:t>Назначение: выполняет перемещение плитки в пустую ячейку.</a:t>
            </a:r>
          </a:p>
          <a:p>
            <a:pPr marL="0" indent="0">
              <a:buNone/>
            </a:pPr>
            <a:endParaRPr sz="1800"/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6484178" y="811834"/>
            <a:ext cx="5181600" cy="4351338"/>
          </a:xfrm>
        </p:spPr>
        <p:txBody>
          <a:bodyPr/>
          <a:lstStyle/>
          <a:p>
            <a:r>
              <a:rPr sz="1800"/>
              <a:t>is_solved()</a:t>
            </a:r>
          </a:p>
          <a:p>
            <a:r>
              <a:rPr sz="1800"/>
              <a:t>Назначение: проверяет, собрана ли головоломка (числа выстроены по порядку).</a:t>
            </a:r>
          </a:p>
          <a:p>
            <a:pPr marL="0" indent="0">
              <a:buNone/>
            </a:pPr>
            <a:endParaRPr sz="180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31237" y="2433323"/>
            <a:ext cx="4492308" cy="3268568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4751" y="2504885"/>
            <a:ext cx="5879258" cy="2494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 flipH="1">
            <a:off x="224814" y="83990"/>
            <a:ext cx="8825949" cy="881191"/>
          </a:xfrm>
        </p:spPr>
        <p:txBody>
          <a:bodyPr/>
          <a:lstStyle/>
          <a:p>
            <a:r>
              <a:rPr lang="ru-RU" sz="3600">
                <a:solidFill>
                  <a:schemeClr val="tx1"/>
                </a:solidFill>
              </a:rPr>
              <a:t>Основная функция </a:t>
            </a:r>
            <a:r>
              <a:rPr lang="en-US" sz="3600">
                <a:solidFill>
                  <a:schemeClr val="tx1"/>
                </a:solidFill>
              </a:rPr>
              <a:t>main()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488911" y="1842664"/>
            <a:ext cx="3767403" cy="4351338"/>
          </a:xfrm>
        </p:spPr>
        <p:txBody>
          <a:bodyPr/>
          <a:lstStyle/>
          <a:p>
            <a:r>
              <a:rPr sz="2400"/>
              <a:t>main()</a:t>
            </a:r>
          </a:p>
          <a:p>
            <a:r>
              <a:rPr sz="2400"/>
              <a:t>Назначение: основная функция, запускающая игру и обрабатывающая ввод пользователя.</a:t>
            </a:r>
            <a:endParaRPr sz="4400"/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11828985" y="206966"/>
            <a:ext cx="283029" cy="12578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.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46713" y="965181"/>
            <a:ext cx="5347252" cy="4830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2064973" y="101028"/>
            <a:ext cx="9288828" cy="618465"/>
          </a:xfrm>
        </p:spPr>
        <p:txBody>
          <a:bodyPr/>
          <a:lstStyle/>
          <a:p>
            <a:r>
              <a:rPr lang="ru-RU" sz="3600"/>
              <a:t>пример работы программы</a:t>
            </a:r>
            <a:endParaRPr sz="360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47389" y="932918"/>
            <a:ext cx="4964200" cy="47025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224814" y="-332251"/>
            <a:ext cx="10515600" cy="1325563"/>
          </a:xfrm>
        </p:spPr>
        <p:txBody>
          <a:bodyPr/>
          <a:lstStyle/>
          <a:p>
            <a:r>
              <a:rPr lang="ru-RU" sz="3600"/>
              <a:t>Ход работы в </a:t>
            </a:r>
            <a:r>
              <a:rPr lang="en-US" sz="3600"/>
              <a:t>GitHub</a:t>
            </a:r>
          </a:p>
        </p:txBody>
      </p:sp>
      <p:sp>
        <p:nvSpPr>
          <p:cNvPr id="3" name="Текст. поле 2"/>
          <p:cNvSpPr txBox="1"/>
          <p:nvPr/>
        </p:nvSpPr>
        <p:spPr>
          <a:xfrm>
            <a:off x="291785" y="810129"/>
            <a:ext cx="3952934" cy="3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1.</a:t>
            </a:r>
            <a:r>
              <a:rPr lang="ru-RU" sz="2000"/>
              <a:t>Создали проект в </a:t>
            </a:r>
            <a:r>
              <a:rPr lang="en-US" sz="2000"/>
              <a:t>GitHub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1785" y="1377821"/>
            <a:ext cx="5062582" cy="4102359"/>
          </a:xfrm>
          <a:prstGeom prst="rect">
            <a:avLst/>
          </a:prstGeom>
        </p:spPr>
      </p:pic>
      <p:sp>
        <p:nvSpPr>
          <p:cNvPr id="5" name="Текст. поле 4"/>
          <p:cNvSpPr txBox="1"/>
          <p:nvPr/>
        </p:nvSpPr>
        <p:spPr>
          <a:xfrm>
            <a:off x="6774937" y="810129"/>
            <a:ext cx="4055165" cy="3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2.</a:t>
            </a:r>
            <a:r>
              <a:rPr lang="ru-RU" sz="2000"/>
              <a:t>Добавляем участников</a:t>
            </a:r>
            <a:endParaRPr lang="en-US" sz="20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18415" y="1749409"/>
            <a:ext cx="6172222" cy="3106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 flipV="1">
            <a:off x="0" y="114626"/>
            <a:ext cx="0" cy="250499"/>
          </a:xfrm>
        </p:spPr>
        <p:txBody>
          <a:bodyPr/>
          <a:lstStyle/>
          <a:p>
            <a:r>
              <a:rPr lang="ru-RU">
                <a:solidFill>
                  <a:schemeClr val="bg1">
                    <a:lumMod val="95000"/>
                  </a:schemeClr>
                </a:solidFill>
              </a:rPr>
              <a:t>.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Текст. поле 2"/>
          <p:cNvSpPr txBox="1"/>
          <p:nvPr/>
        </p:nvSpPr>
        <p:spPr>
          <a:xfrm>
            <a:off x="216766" y="239875"/>
            <a:ext cx="3833665" cy="3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/>
              <a:t>3.Прикрепляем код </a:t>
            </a:r>
            <a:endParaRPr lang="en-US" sz="20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535" y="820716"/>
            <a:ext cx="5759963" cy="3168449"/>
          </a:xfrm>
          <a:prstGeom prst="rect">
            <a:avLst/>
          </a:prstGeom>
        </p:spPr>
      </p:pic>
      <p:sp>
        <p:nvSpPr>
          <p:cNvPr id="5" name="Текст. поле 4"/>
          <p:cNvSpPr txBox="1"/>
          <p:nvPr/>
        </p:nvSpPr>
        <p:spPr>
          <a:xfrm>
            <a:off x="6272302" y="1865717"/>
            <a:ext cx="4293703" cy="3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/>
              <a:t>4.Загружаем файл </a:t>
            </a:r>
            <a:r>
              <a:rPr lang="en-US" sz="2000"/>
              <a:t>README</a:t>
            </a:r>
            <a:r>
              <a:rPr lang="ru-RU" sz="2000"/>
              <a:t> </a:t>
            </a:r>
            <a:endParaRPr lang="en-US" sz="20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76729" y="2541605"/>
            <a:ext cx="6042271" cy="3109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8506" y="0"/>
            <a:ext cx="62474" cy="277695"/>
          </a:xfrm>
        </p:spPr>
        <p:txBody>
          <a:bodyPr/>
          <a:lstStyle/>
          <a:p>
            <a:r>
              <a:rPr lang="ru-RU">
                <a:solidFill>
                  <a:schemeClr val="bg1">
                    <a:lumMod val="95000"/>
                  </a:schemeClr>
                </a:solidFill>
              </a:rPr>
              <a:t>.</a:t>
            </a: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Текст. поле 2"/>
          <p:cNvSpPr txBox="1"/>
          <p:nvPr/>
        </p:nvSpPr>
        <p:spPr>
          <a:xfrm>
            <a:off x="292432" y="658522"/>
            <a:ext cx="3765511" cy="100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/>
              <a:t>5.В </a:t>
            </a:r>
            <a:r>
              <a:rPr lang="en-US" sz="2000"/>
              <a:t>README</a:t>
            </a:r>
            <a:r>
              <a:rPr lang="ru-RU" sz="2000"/>
              <a:t> написали описание,инструкцию и роли</a:t>
            </a:r>
            <a:endParaRPr lang="en-US" sz="20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0980" y="2047428"/>
            <a:ext cx="6591133" cy="2951521"/>
          </a:xfrm>
          <a:prstGeom prst="rect">
            <a:avLst/>
          </a:prstGeom>
        </p:spPr>
      </p:pic>
      <p:sp>
        <p:nvSpPr>
          <p:cNvPr id="5" name="Текст. поле 4"/>
          <p:cNvSpPr txBox="1"/>
          <p:nvPr/>
        </p:nvSpPr>
        <p:spPr>
          <a:xfrm>
            <a:off x="7353063" y="658522"/>
            <a:ext cx="2896547" cy="701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/>
              <a:t>6.Сохранили изменения</a:t>
            </a:r>
            <a:endParaRPr lang="en-US" sz="20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17642" y="1665036"/>
            <a:ext cx="5113842" cy="3365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1528260" y="76673"/>
            <a:ext cx="7090860" cy="1180736"/>
          </a:xfrm>
        </p:spPr>
        <p:txBody>
          <a:bodyPr/>
          <a:lstStyle/>
          <a:p>
            <a:r>
              <a:rPr lang="ru-RU" sz="3200"/>
              <a:t>все действия и изменения</a:t>
            </a:r>
            <a:r>
              <a:rPr lang="en-US" sz="3200"/>
              <a:t>:</a:t>
            </a:r>
            <a:endParaRPr sz="320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09532" y="1257409"/>
            <a:ext cx="8128316" cy="3436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1945702" y="1992302"/>
            <a:ext cx="10515600" cy="1325563"/>
          </a:xfrm>
        </p:spPr>
        <p:txBody>
          <a:bodyPr/>
          <a:lstStyle/>
          <a:p>
            <a:r>
              <a:rPr lang="ru-RU"/>
              <a:t>Спасибо за внимание</a:t>
            </a:r>
            <a:r>
              <a:rPr lang="en-US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остая жизнь">
  <a:themeElements>
    <a:clrScheme name="Простая жизнь">
      <a:dk1>
        <a:sysClr val="windowText" lastClr="000000"/>
      </a:dk1>
      <a:lt1>
        <a:sysClr val="window" lastClr="FFFFFF"/>
      </a:lt1>
      <a:dk2>
        <a:srgbClr val="354855"/>
      </a:dk2>
      <a:lt2>
        <a:srgbClr val="F3F3F3"/>
      </a:lt2>
      <a:accent1>
        <a:srgbClr val="723E4E"/>
      </a:accent1>
      <a:accent2>
        <a:srgbClr val="EF3353"/>
      </a:accent2>
      <a:accent3>
        <a:srgbClr val="F17145"/>
      </a:accent3>
      <a:accent4>
        <a:srgbClr val="FBBA5B"/>
      </a:accent4>
      <a:accent5>
        <a:srgbClr val="903089"/>
      </a:accent5>
      <a:accent6>
        <a:srgbClr val="005570"/>
      </a:accent6>
      <a:hlink>
        <a:srgbClr val="4CA8E6"/>
      </a:hlink>
      <a:folHlink>
        <a:srgbClr val="86C4EE"/>
      </a:folHlink>
    </a:clrScheme>
    <a:fontScheme name="Простая жизнь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Простая жизн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По умолчанию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Сафина</dc:creator>
  <cp:lastModifiedBy>Сафина</cp:lastModifiedBy>
  <cp:revision>1</cp:revision>
  <dcterms:created xsi:type="dcterms:W3CDTF">2025-11-13T15:30:15Z</dcterms:created>
  <dcterms:modified xsi:type="dcterms:W3CDTF">2025-11-13T17:14:45Z</dcterms:modified>
</cp:coreProperties>
</file>